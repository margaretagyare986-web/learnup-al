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</a:t>
            </a:r>
            <a:r>
              <a:rPr lang="en-US" sz="3700">
                <a:solidFill>
                  <a:srgbClr val="252525"/>
                </a:solidFill>
              </a:rPr>
              <a:t>!DOCTYPE html&gt;</a:t>
            </a:r>
          </a:p>
          <a:p>
            <a:r>
              <a:rPr lang="en-US" sz="3700">
                <a:solidFill>
                  <a:srgbClr val="252525"/>
                </a:solidFill>
              </a:rPr>
              <a:t>&lt;html lang="en"&gt;</a:t>
            </a:r>
          </a:p>
          <a:p>
            <a:r>
              <a:rPr lang="en-US" sz="3700">
                <a:solidFill>
                  <a:srgbClr val="252525"/>
                </a:solidFill>
              </a:rPr>
              <a:t>&lt;head&gt;</a:t>
            </a:r>
          </a:p>
          <a:p>
            <a:r>
              <a:rPr lang="en-US" sz="3700">
                <a:solidFill>
                  <a:srgbClr val="252525"/>
                </a:solidFill>
              </a:rPr>
              <a:t>  &lt;meta charset="UTF-8" /&gt;</a:t>
            </a:r>
          </a:p>
          <a:p>
            <a:r>
              <a:rPr lang="en-US" sz="3700">
                <a:solidFill>
                  <a:srgbClr val="252525"/>
                </a:solidFill>
              </a:rPr>
              <a:t>  &lt;meta name="viewport" content="width=device-width, initial-scale=1.0" /&gt;</a:t>
            </a:r>
          </a:p>
          <a:p>
            <a:r>
              <a:rPr lang="en-US" sz="3700">
                <a:solidFill>
                  <a:srgbClr val="252525"/>
                </a:solidFill>
              </a:rPr>
              <a:t>  &lt;title&gt;Learnup AI&lt;/title&gt;</a:t>
            </a:r>
          </a:p>
          <a:p>
            <a:r>
              <a:rPr lang="en-US" sz="3700">
                <a:solidFill>
                  <a:srgbClr val="252525"/>
                </a:solidFill>
              </a:rPr>
              <a:t>  &lt;style&gt;</a:t>
            </a:r>
          </a:p>
          <a:p>
            <a:r>
              <a:rPr lang="en-US" sz="3700">
                <a:solidFill>
                  <a:srgbClr val="252525"/>
                </a:solidFill>
              </a:rPr>
              <a:t>    * {</a:t>
            </a:r>
          </a:p>
          <a:p>
            <a:r>
              <a:rPr lang="en-US" sz="3700">
                <a:solidFill>
                  <a:srgbClr val="252525"/>
                </a:solidFill>
              </a:rPr>
              <a:t>      margin: 0;</a:t>
            </a:r>
          </a:p>
          <a:p>
            <a:r>
              <a:rPr lang="en-US" sz="3700">
                <a:solidFill>
                  <a:srgbClr val="252525"/>
                </a:solidFill>
              </a:rPr>
              <a:t>      padding: 0;</a:t>
            </a:r>
          </a:p>
          <a:p>
            <a:r>
              <a:rPr lang="en-US" sz="3700">
                <a:solidFill>
                  <a:srgbClr val="252525"/>
                </a:solidFill>
              </a:rPr>
              <a:t>      box-sizing: border-box;</a:t>
            </a:r>
          </a:p>
          <a:p>
            <a:r>
              <a:rPr lang="en-US" sz="3700">
                <a:solidFill>
                  <a:srgbClr val="252525"/>
                </a:solidFill>
              </a:rPr>
              <a:t>      font-family: "Poppins", Arial, sans-serif;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body {</a:t>
            </a:r>
          </a:p>
          <a:p>
            <a:r>
              <a:rPr lang="en-US" sz="3700">
                <a:solidFill>
                  <a:srgbClr val="252525"/>
                </a:solidFill>
              </a:rPr>
              <a:t>      background: #0d0d0d;</a:t>
            </a:r>
          </a:p>
          <a:p>
            <a:r>
              <a:rPr lang="en-US" sz="3700">
                <a:solidFill>
                  <a:srgbClr val="252525"/>
                </a:solidFill>
              </a:rPr>
              <a:t>      color: white;</a:t>
            </a:r>
          </a:p>
          <a:p>
            <a:r>
              <a:rPr lang="en-US" sz="3700">
                <a:solidFill>
                  <a:srgbClr val="252525"/>
                </a:solidFill>
              </a:rPr>
              <a:t>      overflow-x: hidden;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/* Neon gradient animation */</a:t>
            </a:r>
          </a:p>
          <a:p>
            <a:r>
              <a:rPr lang="en-US" sz="3700">
                <a:solidFill>
                  <a:srgbClr val="252525"/>
                </a:solidFill>
              </a:rPr>
              <a:t>    .bg-gradient {</a:t>
            </a:r>
          </a:p>
          <a:p>
            <a:r>
              <a:rPr lang="en-US" sz="3700">
                <a:solidFill>
                  <a:srgbClr val="252525"/>
                </a:solidFill>
              </a:rPr>
              <a:t>      position: fixed;</a:t>
            </a:r>
          </a:p>
          <a:p>
            <a:r>
              <a:rPr lang="en-US" sz="3700">
                <a:solidFill>
                  <a:srgbClr val="252525"/>
                </a:solidFill>
              </a:rPr>
              <a:t>      top: 0;</a:t>
            </a:r>
          </a:p>
          <a:p>
            <a:r>
              <a:rPr lang="en-US" sz="3700">
                <a:solidFill>
                  <a:srgbClr val="252525"/>
                </a:solidFill>
              </a:rPr>
              <a:t>      left: 0;</a:t>
            </a:r>
          </a:p>
          <a:p>
            <a:r>
              <a:rPr lang="en-US" sz="3700">
                <a:solidFill>
                  <a:srgbClr val="252525"/>
                </a:solidFill>
              </a:rPr>
              <a:t>      width: 120%;</a:t>
            </a:r>
          </a:p>
          <a:p>
            <a:r>
              <a:rPr lang="en-US" sz="3700">
                <a:solidFill>
                  <a:srgbClr val="252525"/>
                </a:solidFill>
              </a:rPr>
              <a:t>      height: 120%;</a:t>
            </a:r>
          </a:p>
          <a:p>
            <a:r>
              <a:rPr lang="en-US" sz="3700">
                <a:solidFill>
                  <a:srgbClr val="252525"/>
                </a:solidFill>
              </a:rPr>
              <a:t>      background: linear-gradient(120deg,</a:t>
            </a:r>
          </a:p>
          <a:p>
            <a:r>
              <a:rPr lang="en-US" sz="3700">
                <a:solidFill>
                  <a:srgbClr val="252525"/>
                </a:solidFill>
              </a:rPr>
              <a:t>        #ff00ff,</a:t>
            </a:r>
          </a:p>
          <a:p>
            <a:r>
              <a:rPr lang="en-US" sz="3700">
                <a:solidFill>
                  <a:srgbClr val="252525"/>
                </a:solidFill>
              </a:rPr>
              <a:t>        #00ffff,</a:t>
            </a:r>
          </a:p>
          <a:p>
            <a:r>
              <a:rPr lang="en-US" sz="3700">
                <a:solidFill>
                  <a:srgbClr val="252525"/>
                </a:solidFill>
              </a:rPr>
              <a:t>        #ff7700,</a:t>
            </a:r>
          </a:p>
          <a:p>
            <a:r>
              <a:rPr lang="en-US" sz="3700">
                <a:solidFill>
                  <a:srgbClr val="252525"/>
                </a:solidFill>
              </a:rPr>
              <a:t>        #00ff00,</a:t>
            </a:r>
          </a:p>
          <a:p>
            <a:r>
              <a:rPr lang="en-US" sz="3700">
                <a:solidFill>
                  <a:srgbClr val="252525"/>
                </a:solidFill>
              </a:rPr>
              <a:t>        #0066ff);</a:t>
            </a:r>
          </a:p>
          <a:p>
            <a:r>
              <a:rPr lang="en-US" sz="3700">
                <a:solidFill>
                  <a:srgbClr val="252525"/>
                </a:solidFill>
              </a:rPr>
              <a:t>      background-size: 500% 500%;</a:t>
            </a:r>
          </a:p>
          <a:p>
            <a:r>
              <a:rPr lang="en-US" sz="3700">
                <a:solidFill>
                  <a:srgbClr val="252525"/>
                </a:solidFill>
              </a:rPr>
              <a:t>      animation: gradientMove 12s ease infinite;</a:t>
            </a:r>
          </a:p>
          <a:p>
            <a:r>
              <a:rPr lang="en-US" sz="3700">
                <a:solidFill>
                  <a:srgbClr val="252525"/>
                </a:solidFill>
              </a:rPr>
              <a:t>      filter: blur(90px);</a:t>
            </a:r>
          </a:p>
          <a:p>
            <a:r>
              <a:rPr lang="en-US" sz="3700">
                <a:solidFill>
                  <a:srgbClr val="252525"/>
                </a:solidFill>
              </a:rPr>
              <a:t>      z-index: -1;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@keyframes gradientMove {</a:t>
            </a:r>
          </a:p>
          <a:p>
            <a:r>
              <a:rPr lang="en-US" sz="3700">
                <a:solidFill>
                  <a:srgbClr val="252525"/>
                </a:solidFill>
              </a:rPr>
              <a:t>      0% { background-position: 0% 50%; }</a:t>
            </a:r>
          </a:p>
          <a:p>
            <a:r>
              <a:rPr lang="en-US" sz="3700">
                <a:solidFill>
                  <a:srgbClr val="252525"/>
                </a:solidFill>
              </a:rPr>
              <a:t>      50% { background-position: 100% 50%; }</a:t>
            </a:r>
          </a:p>
          <a:p>
            <a:r>
              <a:rPr lang="en-US" sz="3700">
                <a:solidFill>
                  <a:srgbClr val="252525"/>
                </a:solidFill>
              </a:rPr>
              <a:t>      100% { background-position: 0% 50%; }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header {</a:t>
            </a:r>
          </a:p>
          <a:p>
            <a:r>
              <a:rPr lang="en-US" sz="3700">
                <a:solidFill>
                  <a:srgbClr val="252525"/>
                </a:solidFill>
              </a:rPr>
              <a:t>      padding: 20px 40px;</a:t>
            </a:r>
          </a:p>
          <a:p>
            <a:r>
              <a:rPr lang="en-US" sz="3700">
                <a:solidFill>
                  <a:srgbClr val="252525"/>
                </a:solidFill>
              </a:rPr>
              <a:t>      text-align: center;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h1 {</a:t>
            </a:r>
          </a:p>
          <a:p>
            <a:r>
              <a:rPr lang="en-US" sz="3700">
                <a:solidFill>
                  <a:srgbClr val="252525"/>
                </a:solidFill>
              </a:rPr>
              <a:t>      font-size: 3rem;</a:t>
            </a:r>
          </a:p>
          <a:p>
            <a:r>
              <a:rPr lang="en-US" sz="3700">
                <a:solidFill>
                  <a:srgbClr val="252525"/>
                </a:solidFill>
              </a:rPr>
              <a:t>      font-weight: 700;</a:t>
            </a:r>
          </a:p>
          <a:p>
            <a:r>
              <a:rPr lang="en-US" sz="3700">
                <a:solidFill>
                  <a:srgbClr val="252525"/>
                </a:solidFill>
              </a:rPr>
              <a:t>      text-shadow: 0 0 20px rgba(255, 255, 255, 0.5),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0 0 40px rgba(0, 255, 255, 0.6);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p.subtitle {</a:t>
            </a:r>
          </a:p>
          <a:p>
            <a:r>
              <a:rPr lang="en-US" sz="3700">
                <a:solidFill>
                  <a:srgbClr val="252525"/>
                </a:solidFill>
              </a:rPr>
              <a:t>      margin-top: 10px;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font-size: 1.3rem;</a:t>
            </a:r>
          </a:p>
          <a:p>
            <a:r>
              <a:rPr lang="en-US" sz="3700">
                <a:solidFill>
                  <a:srgbClr val="252525"/>
                </a:solidFill>
              </a:rPr>
              <a:t>      opacity: 0.9;</a:t>
            </a:r>
          </a:p>
          <a:p>
            <a:r>
              <a:rPr lang="en-US" sz="3700">
                <a:solidFill>
                  <a:srgbClr val="252525"/>
                </a:solidFill>
              </a:rPr>
              <a:t>      text-shadow: 0 0 10px rgba(255,255,255,0.4);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.btn {</a:t>
            </a:r>
          </a:p>
          <a:p>
            <a:r>
              <a:rPr lang="en-US" sz="3700">
                <a:solidFill>
                  <a:srgbClr val="252525"/>
                </a:solidFill>
              </a:rPr>
              <a:t>      margin-top: 40px;</a:t>
            </a:r>
          </a:p>
          <a:p>
            <a:r>
              <a:rPr lang="en-US" sz="3700">
                <a:solidFill>
                  <a:srgbClr val="252525"/>
                </a:solidFill>
              </a:rPr>
              <a:t>      display: inline-block;</a:t>
            </a:r>
          </a:p>
          <a:p>
            <a:r>
              <a:rPr lang="en-US" sz="3700">
                <a:solidFill>
                  <a:srgbClr val="252525"/>
                </a:solidFill>
              </a:rPr>
              <a:t>      background: rgba(255, 255, 255, 0.1);</a:t>
            </a:r>
          </a:p>
          <a:p>
            <a:r>
              <a:rPr lang="en-US" sz="3700">
                <a:solidFill>
                  <a:srgbClr val="252525"/>
                </a:solidFill>
              </a:rPr>
              <a:t>      padding: 14px 30px;</a:t>
            </a:r>
          </a:p>
          <a:p>
            <a:r>
              <a:rPr lang="en-US" sz="3700">
                <a:solidFill>
                  <a:srgbClr val="252525"/>
                </a:solidFill>
              </a:rPr>
              <a:t>      border-radius: 30px;</a:t>
            </a:r>
          </a:p>
          <a:p>
            <a:r>
              <a:rPr lang="en-US" sz="3700">
                <a:solidFill>
                  <a:srgbClr val="252525"/>
                </a:solidFill>
              </a:rPr>
              <a:t>      font-size: 1.2rem;</a:t>
            </a:r>
          </a:p>
          <a:p>
            <a:r>
              <a:rPr lang="en-US" sz="3700">
                <a:solidFill>
                  <a:srgbClr val="252525"/>
                </a:solidFill>
              </a:rPr>
              <a:t>      color: white;</a:t>
            </a:r>
          </a:p>
          <a:p>
            <a:r>
              <a:rPr lang="en-US" sz="3700">
                <a:solidFill>
                  <a:srgbClr val="252525"/>
                </a:solidFill>
              </a:rPr>
              <a:t>      text-decoration: none;</a:t>
            </a:r>
          </a:p>
          <a:p>
            <a:r>
              <a:rPr lang="en-US" sz="3700">
                <a:solidFill>
                  <a:srgbClr val="252525"/>
                </a:solidFill>
              </a:rPr>
              <a:t>      backdrop-filter: blur(10px);</a:t>
            </a:r>
          </a:p>
          <a:p>
            <a:r>
              <a:rPr lang="en-US" sz="3700">
                <a:solidFill>
                  <a:srgbClr val="252525"/>
                </a:solidFill>
              </a:rPr>
              <a:t>      border: 1px solid rgba(255,255,255,0.2);</a:t>
            </a:r>
          </a:p>
          <a:p>
            <a:r>
              <a:rPr lang="en-US" sz="3700">
                <a:solidFill>
                  <a:srgbClr val="252525"/>
                </a:solidFill>
              </a:rPr>
              <a:t>      transition: 0.3s;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.btn:hover {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background: rgba(255, 255, 255, 0.2);</a:t>
            </a:r>
          </a:p>
          <a:p>
            <a:r>
              <a:rPr lang="en-US" sz="3700">
                <a:solidFill>
                  <a:srgbClr val="252525"/>
                </a:solidFill>
              </a:rPr>
              <a:t>      transform: translateY(-3px);</a:t>
            </a:r>
          </a:p>
          <a:p>
            <a:r>
              <a:rPr lang="en-US" sz="3700">
                <a:solidFill>
                  <a:srgbClr val="252525"/>
                </a:solidFill>
              </a:rPr>
              <a:t>      box-shadow: 0 0 20px rgba(0,255,255,0.6);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footer {</a:t>
            </a:r>
          </a:p>
          <a:p>
            <a:r>
              <a:rPr lang="en-US" sz="3700">
                <a:solidFill>
                  <a:srgbClr val="252525"/>
                </a:solidFill>
              </a:rPr>
              <a:t>      margin-top: 80px;</a:t>
            </a:r>
          </a:p>
          <a:p>
            <a:r>
              <a:rPr lang="en-US" sz="3700">
                <a:solidFill>
                  <a:srgbClr val="252525"/>
                </a:solidFill>
              </a:rPr>
              <a:t>      text-align: center;</a:t>
            </a:r>
          </a:p>
          <a:p>
            <a:r>
              <a:rPr lang="en-US" sz="3700">
                <a:solidFill>
                  <a:srgbClr val="252525"/>
                </a:solidFill>
              </a:rPr>
              <a:t>      opacity: 0.7;</a:t>
            </a:r>
          </a:p>
          <a:p>
            <a:r>
              <a:rPr lang="en-US" sz="3700">
                <a:solidFill>
                  <a:srgbClr val="252525"/>
                </a:solidFill>
              </a:rPr>
              <a:t>      font-size: 0.9rem;</a:t>
            </a:r>
          </a:p>
          <a:p>
            <a:r>
              <a:rPr lang="en-US" sz="3700">
                <a:solidFill>
                  <a:srgbClr val="252525"/>
                </a:solidFill>
              </a:rPr>
              <a:t>    }</a:t>
            </a:r>
          </a:p>
          <a:p>
            <a:r>
              <a:rPr lang="en-US" sz="3700">
                <a:solidFill>
                  <a:srgbClr val="252525"/>
                </a:solidFill>
              </a:rPr>
              <a:t>  &lt;/style&gt;</a:t>
            </a:r>
          </a:p>
          <a:p>
            <a:r>
              <a:rPr lang="en-US" sz="3700">
                <a:solidFill>
                  <a:srgbClr val="252525"/>
                </a:solidFill>
              </a:rPr>
              <a:t>&lt;/head&gt;</a:t>
            </a:r>
          </a:p>
          <a:p>
            <a:r>
              <a:rPr lang="en-US" sz="3700">
                <a:solidFill>
                  <a:srgbClr val="252525"/>
                </a:solidFill>
              </a:rPr>
              <a:t>&lt;body&gt;</a:t>
            </a:r>
          </a:p>
          <a:p>
            <a:r>
              <a:rPr lang="en-US" sz="3700">
                <a:solidFill>
                  <a:srgbClr val="252525"/>
                </a:solidFill>
              </a:rPr>
              <a:t>  &lt;div class="bg-gradient"&gt;&lt;/div&gt;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&lt;header&gt;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&lt;h1&gt;Learnup AI&lt;/h1&gt;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&lt;p class="subtitle"&gt;Your Smart Learning Assistant for Every Student&lt;/p&gt;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&lt;a href="app.html" class="btn"&gt;Enter App 🚀&lt;/a&gt;</a:t>
            </a:r>
          </a:p>
          <a:p>
            <a:r>
              <a:rPr lang="en-US" sz="3700">
                <a:solidFill>
                  <a:srgbClr val="252525"/>
                </a:solidFill>
              </a:rPr>
              <a:t>  &lt;/header&gt;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&lt;footer&gt;</a:t>
            </a:r>
          </a:p>
          <a:p>
            <a:r>
              <a:rPr lang="en-US" sz="3700">
                <a:solidFill>
                  <a:srgbClr val="252525"/>
                </a:solidFill>
              </a:rPr>
              <a:t>    © 2025 Learnup AI — Built with Love &amp; Intelligence</a:t>
            </a:r>
          </a:p>
          <a:p>
            <a:r>
              <a:rPr lang="en-US" sz="3700">
                <a:solidFill>
                  <a:srgbClr val="252525"/>
                </a:solidFill>
              </a:rPr>
              <a:t>  &lt;/footer&gt;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&lt;/body&gt;</a:t>
            </a:r>
          </a:p>
          <a:p>
            <a:r>
              <a:rPr lang="en-US" sz="3700">
                <a:solidFill>
                  <a:srgbClr val="252525"/>
                </a:solidFill>
              </a:rPr>
              <a:t>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